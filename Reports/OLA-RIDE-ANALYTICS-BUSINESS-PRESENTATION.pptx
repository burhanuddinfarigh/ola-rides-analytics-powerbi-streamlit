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</p:sldIdLst>
  <p:sldSz cx="14630400" cy="8229600"/>
  <p:notesSz cx="8229600" cy="14630400"/>
  <p:embeddedFontLst>
    <p:embeddedFont>
      <p:font typeface="Consolas" panose="020B0609020204030204" pitchFamily="49" charset="0"/>
      <p:regular r:id="rId12"/>
      <p:bold r:id="rId13"/>
      <p:italic r:id="rId14"/>
      <p:boldItalic r:id="rId15"/>
    </p:embeddedFont>
    <p:embeddedFont>
      <p:font typeface="Open Sans" panose="020B0606030504020204" pitchFamily="3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28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6844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DB8E9-213D-2B8F-850E-6B6F38733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5B0806-CB1F-32EA-E6A4-5A1FC94763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AAA469-C86B-F75B-4688-5810990D5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8E6332-3013-0896-6DAF-839AF081AC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413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112"/>
            <a:ext cx="565177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6650" y="1259893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OLA RIDE ANALYTICS </a:t>
            </a:r>
            <a:endParaRPr lang="en-US" sz="445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64F6B8D-C080-E9AC-D86A-4CE04272155B}"/>
              </a:ext>
            </a:extLst>
          </p:cNvPr>
          <p:cNvGrpSpPr/>
          <p:nvPr/>
        </p:nvGrpSpPr>
        <p:grpSpPr>
          <a:xfrm>
            <a:off x="6527260" y="3313263"/>
            <a:ext cx="7315200" cy="1563492"/>
            <a:chOff x="6167336" y="5301048"/>
            <a:chExt cx="7315200" cy="156349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69F9538-D1EA-ABC3-7E81-1B666E8129F6}"/>
                </a:ext>
              </a:extLst>
            </p:cNvPr>
            <p:cNvSpPr txBox="1"/>
            <p:nvPr/>
          </p:nvSpPr>
          <p:spPr>
            <a:xfrm>
              <a:off x="6167336" y="5974373"/>
              <a:ext cx="7315200" cy="4992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l">
                <a:lnSpc>
                  <a:spcPts val="3550"/>
                </a:lnSpc>
                <a:buNone/>
              </a:pPr>
              <a:r>
                <a:rPr lang="en-US" sz="1800" dirty="0">
                  <a:solidFill>
                    <a:srgbClr val="333F7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Data-Driven Analysis using Python, SQL, Power BI &amp; Streamlit</a:t>
              </a:r>
              <a:endParaRPr lang="en-US" sz="18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B974576-E536-98AF-2824-C207A4FE7CD0}"/>
                </a:ext>
              </a:extLst>
            </p:cNvPr>
            <p:cNvSpPr txBox="1"/>
            <p:nvPr/>
          </p:nvSpPr>
          <p:spPr>
            <a:xfrm>
              <a:off x="6167336" y="6490335"/>
              <a:ext cx="7315200" cy="3742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l">
                <a:lnSpc>
                  <a:spcPts val="2250"/>
                </a:lnSpc>
                <a:buNone/>
              </a:pPr>
              <a:r>
                <a:rPr lang="en-US" sz="1800" dirty="0">
                  <a:solidFill>
                    <a:srgbClr val="333F7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Burhanuddin Farigh </a:t>
              </a:r>
              <a:endParaRPr lang="en-US" sz="18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9F40D96-63EB-2B70-3888-CC8090FD5607}"/>
                </a:ext>
              </a:extLst>
            </p:cNvPr>
            <p:cNvSpPr txBox="1"/>
            <p:nvPr/>
          </p:nvSpPr>
          <p:spPr>
            <a:xfrm>
              <a:off x="6167336" y="5301048"/>
              <a:ext cx="7315200" cy="5847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l">
                <a:lnSpc>
                  <a:spcPts val="4450"/>
                </a:lnSpc>
                <a:buNone/>
              </a:pPr>
              <a:r>
                <a:rPr lang="en-US" sz="1800" b="1" dirty="0">
                  <a:solidFill>
                    <a:srgbClr val="333F70"/>
                  </a:solidFill>
                  <a:latin typeface="Unbounded Bold" pitchFamily="34" charset="0"/>
                  <a:ea typeface="Unbounded Bold" pitchFamily="34" charset="-122"/>
                  <a:cs typeface="Unbounded Bold" pitchFamily="34" charset="-120"/>
                </a:rPr>
                <a:t>Business Performance &amp; Insights</a:t>
              </a:r>
              <a:endParaRPr lang="en-US" sz="18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019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2747010"/>
            <a:ext cx="635127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Business Problem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379595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Understand ride demand patterns over time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23814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 key revenue drivers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68034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Analyze vehicle performance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12254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Evaluate customer and driver experience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56474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Enable data-driven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386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2083713"/>
            <a:ext cx="661606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Dataset Summary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313265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~64,000 completed ride records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57485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Covers: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01705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Vehicle type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45924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Ride distance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490144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Booking value (revenue)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34364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Payment method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578584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 &amp; driver ratings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622804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Time attributes (day, hour)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65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681639"/>
            <a:ext cx="73542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Analytical Approach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3070741"/>
            <a:ext cx="6407944" cy="1677591"/>
          </a:xfrm>
          <a:prstGeom prst="roundRect">
            <a:avLst>
              <a:gd name="adj" fmla="val 872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93790" y="3040261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540" y="273057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861614" y="2900720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51084" y="36377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Python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084" y="4128135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cleaning &amp; validation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428548" y="3070741"/>
            <a:ext cx="6408063" cy="1677591"/>
          </a:xfrm>
          <a:prstGeom prst="roundRect">
            <a:avLst>
              <a:gd name="adj" fmla="val 872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428548" y="3040261"/>
            <a:ext cx="6408063" cy="121920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0292298" y="273057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496371" y="2900720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685842" y="36377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SQL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685842" y="4128135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Analytical querying &amp; aggregation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15307"/>
            <a:ext cx="6407944" cy="1677591"/>
          </a:xfrm>
          <a:prstGeom prst="roundRect">
            <a:avLst>
              <a:gd name="adj" fmla="val 872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93790" y="5284827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657540" y="4975146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861614" y="5145286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051084" y="58822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Power BI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51084" y="6372701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Interactive dashboards</a:t>
            </a:r>
            <a:endParaRPr lang="en-US" sz="1750" dirty="0"/>
          </a:p>
        </p:txBody>
      </p:sp>
      <p:sp>
        <p:nvSpPr>
          <p:cNvPr id="22" name="Shape 20"/>
          <p:cNvSpPr/>
          <p:nvPr/>
        </p:nvSpPr>
        <p:spPr>
          <a:xfrm>
            <a:off x="7428548" y="5315307"/>
            <a:ext cx="6408063" cy="1677591"/>
          </a:xfrm>
          <a:prstGeom prst="roundRect">
            <a:avLst>
              <a:gd name="adj" fmla="val 872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428548" y="5284827"/>
            <a:ext cx="6408063" cy="121920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10292298" y="4975146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0496371" y="5145286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4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7685842" y="58822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Streamlit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685842" y="6372701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Presentation &amp; insight showcase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314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235279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SQL Used For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328838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Ride volume analysis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73058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Revenue aggregation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17278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 customers identification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61498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Payment method contribution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05718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Rating distributions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2352794"/>
            <a:ext cx="624470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Example SQL Queries</a:t>
            </a:r>
            <a:endParaRPr lang="en-US" sz="4450" dirty="0"/>
          </a:p>
        </p:txBody>
      </p:sp>
      <p:sp>
        <p:nvSpPr>
          <p:cNvPr id="10" name="Shape 8"/>
          <p:cNvSpPr/>
          <p:nvPr/>
        </p:nvSpPr>
        <p:spPr>
          <a:xfrm>
            <a:off x="7599521" y="4025503"/>
            <a:ext cx="6244709" cy="2517458"/>
          </a:xfrm>
          <a:prstGeom prst="roundRect">
            <a:avLst>
              <a:gd name="adj" fmla="val 378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588210" y="4025503"/>
            <a:ext cx="6267331" cy="2517458"/>
          </a:xfrm>
          <a:prstGeom prst="roundRect">
            <a:avLst>
              <a:gd name="adj" fmla="val 135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815024" y="4195524"/>
            <a:ext cx="5813703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 FROM ola_rides;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payment_method, SUM(booking_value) FROM ola_rides GROUP BY payment_method;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customer_id, SUM(booking_value) FROM ola_rides GROUP BY customer_id ORDER BY SUM(booking_value) DESC LIMIT 5;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607" y="1745456"/>
            <a:ext cx="8576786" cy="47386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937790" y="2212538"/>
            <a:ext cx="389882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9937790" y="3012043"/>
            <a:ext cx="3898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Key Insights</a:t>
            </a:r>
            <a:endParaRPr lang="en-US" sz="4450" dirty="0"/>
          </a:p>
        </p:txBody>
      </p:sp>
      <p:sp>
        <p:nvSpPr>
          <p:cNvPr id="6" name="Text 2"/>
          <p:cNvSpPr/>
          <p:nvPr/>
        </p:nvSpPr>
        <p:spPr>
          <a:xfrm>
            <a:off x="9937790" y="4769763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~2,000–2,150 rides per day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9937790" y="5211961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100% completed bookings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9937790" y="5654159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Stable ride demand over time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44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2799517"/>
            <a:ext cx="676798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Recommendations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384845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530906" y="3926324"/>
            <a:ext cx="564249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Promote UPI payments during peak hours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456884" y="384845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194000" y="3926324"/>
            <a:ext cx="564261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Incentivize drivers on high-demand weekdays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93790" y="508861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530906" y="5166479"/>
            <a:ext cx="564249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Encourage premium vehicles for long-distance rides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456884" y="508861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194000" y="5166479"/>
            <a:ext cx="564261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Launch loyalty programs for top customers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230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29681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401705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Stable ride demand and strong revenue base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45924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customer satisfaction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90144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Clear opportunities for optimization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34364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Data-driven decision support achieved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ADC8B-106A-CDDF-5F22-84F8624B3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B318907-1CE2-0B09-9E9A-C8184F8DECB3}"/>
              </a:ext>
            </a:extLst>
          </p:cNvPr>
          <p:cNvSpPr/>
          <p:nvPr/>
        </p:nvSpPr>
        <p:spPr>
          <a:xfrm>
            <a:off x="793790" y="25230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5A74296-450A-4ACF-0466-8A8C1CDFF152}"/>
              </a:ext>
            </a:extLst>
          </p:cNvPr>
          <p:cNvSpPr/>
          <p:nvPr/>
        </p:nvSpPr>
        <p:spPr>
          <a:xfrm>
            <a:off x="4636216" y="376041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6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Thank You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2933487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251</Words>
  <Application>Microsoft Office PowerPoint</Application>
  <PresentationFormat>Custom</PresentationFormat>
  <Paragraphs>66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Open Sans</vt:lpstr>
      <vt:lpstr>Consolas</vt:lpstr>
      <vt:lpstr>Arial</vt:lpstr>
      <vt:lpstr>Unbounded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BURHANUDDIN FARIGH</cp:lastModifiedBy>
  <cp:revision>2</cp:revision>
  <dcterms:created xsi:type="dcterms:W3CDTF">2026-01-04T14:37:48Z</dcterms:created>
  <dcterms:modified xsi:type="dcterms:W3CDTF">2026-01-04T15:06:37Z</dcterms:modified>
</cp:coreProperties>
</file>